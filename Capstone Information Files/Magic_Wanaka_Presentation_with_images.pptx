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1"/>
    <p:restoredTop sz="94608"/>
  </p:normalViewPr>
  <p:slideViewPr>
    <p:cSldViewPr snapToGrid="0" snapToObjects="1">
      <p:cViewPr varScale="1">
        <p:scale>
          <a:sx n="119" d="100"/>
          <a:sy n="119" d="100"/>
        </p:scale>
        <p:origin x="208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4169" y="274320"/>
            <a:ext cx="4812630" cy="6054289"/>
          </a:xfr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dirty="0"/>
              <a:t>Wānaka </a:t>
            </a:r>
            <a:r>
              <a:rPr lang="en-US" dirty="0"/>
              <a:t>Magic</a:t>
            </a:r>
            <a:r>
              <a:rPr dirty="0"/>
              <a:t> </a:t>
            </a:r>
            <a:br>
              <a:rPr lang="en-US" sz="2000" dirty="0"/>
            </a:br>
            <a:r>
              <a:rPr lang="en-US" sz="2000" dirty="0"/>
              <a:t>   Visitor Accommodation Application</a:t>
            </a:r>
            <a:endParaRPr sz="2000" dirty="0"/>
          </a:p>
        </p:txBody>
      </p:sp>
      <p:pic>
        <p:nvPicPr>
          <p:cNvPr id="4" name="Picture 3" descr="wānaka-tre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74320"/>
            <a:ext cx="3549315" cy="6054289"/>
          </a:xfrm>
          <a:prstGeom prst="rect">
            <a:avLst/>
          </a:prstGeom>
        </p:spPr>
      </p:pic>
      <p:pic>
        <p:nvPicPr>
          <p:cNvPr id="5" name="Picture 4" descr="Wānaka Magic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321" y="406668"/>
            <a:ext cx="1188720" cy="118872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4366" y="4341796"/>
            <a:ext cx="4143675" cy="1188720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sz="4400" dirty="0">
                <a:latin typeface="Aptos Narrow" panose="020B0004020202020204" pitchFamily="34" charset="0"/>
              </a:rPr>
              <a:t>Neesh Ellis</a:t>
            </a:r>
          </a:p>
          <a:p>
            <a:endParaRPr lang="en-US" dirty="0"/>
          </a:p>
          <a:p>
            <a:r>
              <a:rPr lang="en-US" dirty="0"/>
              <a:t>Institute of Date –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alleyinnview.jpe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63715" y="397042"/>
            <a:ext cx="4427621" cy="606391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7042"/>
            <a:ext cx="4336181" cy="6063916"/>
          </a:xfr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txBody>
          <a:bodyPr>
            <a:normAutofit/>
          </a:bodyPr>
          <a:lstStyle/>
          <a:p>
            <a:endParaRPr lang="en-US" dirty="0"/>
          </a:p>
          <a:p>
            <a:endParaRPr dirty="0"/>
          </a:p>
          <a:p>
            <a:r>
              <a:rPr sz="2600" dirty="0"/>
              <a:t>Tourism = NZ’s largest services export, 2nd only to Dairy overall</a:t>
            </a:r>
          </a:p>
          <a:p>
            <a:r>
              <a:rPr sz="2600" dirty="0"/>
              <a:t>Airbnb: 57,000 listings in NZ (1,800+ in Wānaka alone)</a:t>
            </a:r>
          </a:p>
          <a:p>
            <a:r>
              <a:rPr sz="2600" dirty="0"/>
              <a:t>Commission ~16% per booking – significant revenue drain</a:t>
            </a:r>
          </a:p>
          <a:p>
            <a:r>
              <a:rPr sz="2600" dirty="0"/>
              <a:t>Goal: Boutique, locally designed solution reducing commission fees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668" y="387893"/>
            <a:ext cx="4824664" cy="687888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dirty="0"/>
              <a:t>Industry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853" y="565484"/>
            <a:ext cx="8494295" cy="5727031"/>
          </a:xfr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endParaRPr sz="2600" dirty="0"/>
          </a:p>
          <a:p>
            <a:pPr marL="0" indent="0">
              <a:buNone/>
            </a:pPr>
            <a:r>
              <a:rPr sz="2400" dirty="0"/>
              <a:t>Internal:</a:t>
            </a:r>
          </a:p>
          <a:p>
            <a:r>
              <a:rPr lang="en-US" sz="2400" dirty="0"/>
              <a:t>Owners</a:t>
            </a:r>
          </a:p>
          <a:p>
            <a:r>
              <a:rPr lang="en-US" sz="2400" dirty="0"/>
              <a:t>Property managers </a:t>
            </a:r>
          </a:p>
          <a:p>
            <a:r>
              <a:rPr lang="en-US" sz="2400" dirty="0"/>
              <a:t>Bookings, finance, marketing, </a:t>
            </a:r>
          </a:p>
          <a:p>
            <a:r>
              <a:rPr lang="en-US" sz="2400" dirty="0"/>
              <a:t>Manager of application</a:t>
            </a:r>
          </a:p>
          <a:p>
            <a:pPr marL="0" indent="0">
              <a:buNone/>
            </a:pPr>
            <a:r>
              <a:rPr sz="2400" dirty="0"/>
              <a:t>External:</a:t>
            </a:r>
          </a:p>
          <a:p>
            <a:r>
              <a:rPr sz="2400" dirty="0"/>
              <a:t>Guests </a:t>
            </a:r>
            <a:endParaRPr lang="en-US" sz="2400" dirty="0"/>
          </a:p>
          <a:p>
            <a:r>
              <a:rPr lang="en-US" sz="2400" dirty="0"/>
              <a:t>C</a:t>
            </a:r>
            <a:r>
              <a:rPr sz="2400" dirty="0"/>
              <a:t>leaners, laundry, gardeners</a:t>
            </a:r>
          </a:p>
          <a:p>
            <a:r>
              <a:rPr sz="2400" dirty="0"/>
              <a:t>Tech partners: Airbnb API,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sz="2400" dirty="0"/>
              <a:t>Windcave, </a:t>
            </a:r>
            <a:r>
              <a:rPr lang="en-US" sz="2400" dirty="0"/>
              <a:t>tourism providers</a:t>
            </a:r>
          </a:p>
          <a:p>
            <a:r>
              <a:rPr sz="2400" dirty="0"/>
              <a:t>Local council &amp; tourism bodies</a:t>
            </a:r>
          </a:p>
        </p:txBody>
      </p:sp>
      <p:pic>
        <p:nvPicPr>
          <p:cNvPr id="4" name="Picture 3" descr="bunkhouse-fro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65485"/>
            <a:ext cx="4247148" cy="572703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0B90C75-426B-FA26-9EEF-77FC9FEF27E0}"/>
              </a:ext>
            </a:extLst>
          </p:cNvPr>
          <p:cNvSpPr txBox="1">
            <a:spLocks/>
          </p:cNvSpPr>
          <p:nvPr/>
        </p:nvSpPr>
        <p:spPr>
          <a:xfrm>
            <a:off x="1684421" y="88274"/>
            <a:ext cx="4367463" cy="95442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0021"/>
            <a:ext cx="8229600" cy="5582653"/>
          </a:xfr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lang="en-US" sz="2400" dirty="0"/>
              <a:t>Frontend</a:t>
            </a:r>
            <a:r>
              <a:rPr sz="2400" dirty="0"/>
              <a:t> </a:t>
            </a:r>
            <a:r>
              <a:rPr lang="en-US" sz="2400" dirty="0"/>
              <a:t>Node.js </a:t>
            </a:r>
            <a:r>
              <a:rPr sz="2400" dirty="0"/>
              <a:t>app</a:t>
            </a:r>
            <a:r>
              <a:rPr lang="en-US" sz="2400" dirty="0"/>
              <a:t>lication</a:t>
            </a:r>
            <a:r>
              <a:rPr sz="2400" dirty="0"/>
              <a:t> (</a:t>
            </a:r>
            <a:r>
              <a:rPr lang="en-US" sz="2400" dirty="0"/>
              <a:t>6</a:t>
            </a:r>
            <a:r>
              <a:rPr sz="2400" dirty="0"/>
              <a:t>+ pages) </a:t>
            </a:r>
            <a:r>
              <a:rPr lang="en-US" sz="2400" dirty="0"/>
              <a:t>using</a:t>
            </a:r>
            <a:r>
              <a:rPr sz="2400" dirty="0"/>
              <a:t> React &amp; Vite</a:t>
            </a:r>
          </a:p>
          <a:p>
            <a:r>
              <a:rPr sz="2400" dirty="0"/>
              <a:t>Navigation bar, login/sign-up, footer</a:t>
            </a:r>
            <a:r>
              <a:rPr lang="en-US" sz="2400" dirty="0"/>
              <a:t> (tbc) using Mui Library</a:t>
            </a:r>
            <a:endParaRPr sz="2400" dirty="0"/>
          </a:p>
          <a:p>
            <a:r>
              <a:rPr sz="2400" dirty="0"/>
              <a:t>Accommodation showcase &amp; booking calendar</a:t>
            </a:r>
          </a:p>
          <a:p>
            <a:r>
              <a:rPr sz="2400" dirty="0"/>
              <a:t>Reviews panel </a:t>
            </a:r>
            <a:r>
              <a:rPr lang="en-US" sz="2400" dirty="0"/>
              <a:t> with a goal to have </a:t>
            </a:r>
            <a:r>
              <a:rPr sz="2400" dirty="0"/>
              <a:t>real-time posting</a:t>
            </a:r>
            <a:endParaRPr lang="en-US" sz="2400" dirty="0"/>
          </a:p>
          <a:p>
            <a:r>
              <a:rPr lang="en-US" sz="2400" dirty="0"/>
              <a:t>Activities page &amp; </a:t>
            </a:r>
          </a:p>
          <a:p>
            <a:pPr marL="0" indent="0">
              <a:buNone/>
            </a:pPr>
            <a:r>
              <a:rPr lang="en-US" sz="2400" dirty="0"/>
              <a:t>     inquiry form to book</a:t>
            </a:r>
            <a:endParaRPr sz="2400" dirty="0"/>
          </a:p>
          <a:p>
            <a:r>
              <a:rPr lang="en-US" sz="2400" dirty="0"/>
              <a:t>Inquiry</a:t>
            </a:r>
            <a:r>
              <a:rPr sz="2400" dirty="0"/>
              <a:t> form</a:t>
            </a:r>
            <a:r>
              <a:rPr lang="en-US" sz="2400" dirty="0"/>
              <a:t> – sales </a:t>
            </a:r>
          </a:p>
          <a:p>
            <a:pPr marL="0" indent="0">
              <a:buNone/>
            </a:pPr>
            <a:r>
              <a:rPr lang="en-US" sz="2400" dirty="0"/>
              <a:t>     channel</a:t>
            </a:r>
            <a:endParaRPr sz="2400" dirty="0"/>
          </a:p>
        </p:txBody>
      </p:sp>
      <p:pic>
        <p:nvPicPr>
          <p:cNvPr id="4" name="Picture 3" descr="bunkhouse-liv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726" y="3561347"/>
            <a:ext cx="4981074" cy="27913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005" y="238543"/>
            <a:ext cx="5329989" cy="952583"/>
          </a:xfrm>
          <a:solidFill>
            <a:schemeClr val="bg1"/>
          </a:solidFill>
        </p:spPr>
        <p:txBody>
          <a:bodyPr/>
          <a:lstStyle/>
          <a:p>
            <a:r>
              <a:rPr dirty="0"/>
              <a:t>Product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397042"/>
            <a:ext cx="8325853" cy="3946359"/>
          </a:xfr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endParaRPr sz="4800" dirty="0"/>
          </a:p>
          <a:p>
            <a:r>
              <a:rPr sz="2600" dirty="0"/>
              <a:t>National Tourist – quick booking, budget fit, close to skiing</a:t>
            </a:r>
            <a:r>
              <a:rPr lang="en-US" sz="2600" dirty="0"/>
              <a:t>, unique accommodation</a:t>
            </a:r>
            <a:endParaRPr sz="2600" dirty="0"/>
          </a:p>
          <a:p>
            <a:r>
              <a:rPr sz="2600" dirty="0"/>
              <a:t>International Tourist – authentic local stay, activities, personal touc</a:t>
            </a:r>
            <a:r>
              <a:rPr lang="en-US" sz="2600" dirty="0"/>
              <a:t>h, boutique, customization</a:t>
            </a:r>
          </a:p>
          <a:p>
            <a:r>
              <a:rPr sz="2600" dirty="0"/>
              <a:t>Business Traveler – reliable Wi‑Fi, flexible check‑in, direct booking</a:t>
            </a:r>
            <a:r>
              <a:rPr lang="en-US" sz="2600" dirty="0"/>
              <a:t>, friendship with provider as travelling alone</a:t>
            </a:r>
            <a:endParaRPr sz="2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363" y="274637"/>
            <a:ext cx="4295274" cy="880394"/>
          </a:xfrm>
          <a:solidFill>
            <a:schemeClr val="bg1"/>
          </a:solidFill>
        </p:spPr>
        <p:txBody>
          <a:bodyPr/>
          <a:lstStyle/>
          <a:p>
            <a:r>
              <a:rPr dirty="0"/>
              <a:t>User Stories</a:t>
            </a:r>
          </a:p>
        </p:txBody>
      </p:sp>
      <p:pic>
        <p:nvPicPr>
          <p:cNvPr id="5" name="Picture 4" descr="milfordflight.jpeg">
            <a:extLst>
              <a:ext uri="{FF2B5EF4-FFF2-40B4-BE49-F238E27FC236}">
                <a16:creationId xmlns:a16="http://schemas.microsoft.com/office/drawing/2014/main" id="{4EA740B9-45BD-0609-D459-AEB5175B8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862137"/>
            <a:ext cx="8325853" cy="2721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024" y="433138"/>
            <a:ext cx="4866464" cy="5991723"/>
          </a:xfr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normAutofit fontScale="70000" lnSpcReduction="20000"/>
          </a:bodyPr>
          <a:lstStyle/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r>
              <a:rPr sz="2800" dirty="0"/>
              <a:t>Tools: Node.js, </a:t>
            </a:r>
            <a:r>
              <a:rPr lang="en-US" sz="2800" dirty="0"/>
              <a:t>MVC architecture , Express framework for the backend. </a:t>
            </a:r>
            <a:r>
              <a:rPr sz="2800" dirty="0"/>
              <a:t>Next.js</a:t>
            </a:r>
            <a:r>
              <a:rPr lang="en-US" sz="2800" dirty="0"/>
              <a:t> framework and </a:t>
            </a:r>
            <a:r>
              <a:rPr sz="2800" dirty="0"/>
              <a:t>React</a:t>
            </a:r>
            <a:r>
              <a:rPr lang="en-US" sz="2800" dirty="0"/>
              <a:t> Library with</a:t>
            </a:r>
            <a:r>
              <a:rPr sz="2800" dirty="0"/>
              <a:t> Vite</a:t>
            </a:r>
            <a:r>
              <a:rPr lang="en-US" sz="2800" dirty="0"/>
              <a:t> for the frontend application with MUI Library for components</a:t>
            </a:r>
            <a:br>
              <a:rPr lang="en-US" sz="2800" dirty="0"/>
            </a:br>
            <a:endParaRPr lang="en-US" sz="2800" dirty="0"/>
          </a:p>
          <a:p>
            <a:r>
              <a:rPr lang="en-US" sz="2600" dirty="0"/>
              <a:t>Project management: Trello board</a:t>
            </a:r>
          </a:p>
          <a:p>
            <a:r>
              <a:rPr lang="en-US" sz="2600" dirty="0"/>
              <a:t>Logical &amp; Physical database</a:t>
            </a:r>
            <a:r>
              <a:rPr sz="2600" dirty="0"/>
              <a:t> design </a:t>
            </a:r>
            <a:r>
              <a:rPr lang="en-US" sz="2600" dirty="0"/>
              <a:t>using</a:t>
            </a:r>
            <a:r>
              <a:rPr sz="2600" dirty="0"/>
              <a:t> </a:t>
            </a:r>
            <a:r>
              <a:rPr sz="2600" dirty="0" err="1"/>
              <a:t>draw.io</a:t>
            </a:r>
            <a:endParaRPr sz="2600" dirty="0"/>
          </a:p>
          <a:p>
            <a:r>
              <a:rPr sz="2600" dirty="0"/>
              <a:t>JSON data </a:t>
            </a:r>
            <a:r>
              <a:rPr lang="en-US" sz="2600" dirty="0"/>
              <a:t>file created using </a:t>
            </a:r>
            <a:r>
              <a:rPr sz="2600" dirty="0"/>
              <a:t>ChatGPT</a:t>
            </a:r>
          </a:p>
          <a:p>
            <a:r>
              <a:rPr sz="2600" dirty="0"/>
              <a:t>Next</a:t>
            </a:r>
            <a:r>
              <a:rPr lang="en-US" sz="2600" dirty="0"/>
              <a:t> steps</a:t>
            </a:r>
            <a:r>
              <a:rPr sz="2600" dirty="0"/>
              <a:t>: </a:t>
            </a:r>
            <a:br>
              <a:rPr lang="en-US" sz="2600" dirty="0"/>
            </a:br>
            <a:r>
              <a:rPr lang="en-US" sz="2600" dirty="0"/>
              <a:t>- create individual calendars for each property</a:t>
            </a:r>
            <a:br>
              <a:rPr lang="en-US" sz="2600" dirty="0"/>
            </a:br>
            <a:r>
              <a:rPr lang="en-US" sz="2600" dirty="0"/>
              <a:t>- complete the CRUD integration with frontend. </a:t>
            </a:r>
            <a:br>
              <a:rPr lang="en-US" sz="2600" dirty="0"/>
            </a:br>
            <a:r>
              <a:rPr lang="en-US" sz="2600" dirty="0"/>
              <a:t>- link my inquiries to registration for sales data</a:t>
            </a:r>
            <a:br>
              <a:rPr lang="en-US" sz="2600" dirty="0"/>
            </a:br>
            <a:r>
              <a:rPr lang="en-US" sz="2600" dirty="0"/>
              <a:t>- p</a:t>
            </a:r>
            <a:r>
              <a:rPr sz="2600" dirty="0"/>
              <a:t>ayment gateway integration</a:t>
            </a:r>
            <a:br>
              <a:rPr lang="en-US" sz="2600" dirty="0"/>
            </a:br>
            <a:r>
              <a:rPr lang="en-US" sz="2600" dirty="0"/>
              <a:t>- a</a:t>
            </a:r>
            <a:r>
              <a:rPr sz="2600" dirty="0"/>
              <a:t>ctivities aggregator with commission model</a:t>
            </a:r>
            <a:br>
              <a:rPr lang="en-US" sz="2600" dirty="0"/>
            </a:br>
            <a:r>
              <a:rPr lang="en-US" sz="2600" dirty="0"/>
              <a:t>- integration with external bookings systems if required</a:t>
            </a:r>
            <a:endParaRPr sz="2600" dirty="0"/>
          </a:p>
        </p:txBody>
      </p:sp>
      <p:pic>
        <p:nvPicPr>
          <p:cNvPr id="4" name="Picture 3" descr="Screenshot 2025-09-23 at 5.14.55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488" y="1357480"/>
            <a:ext cx="3779489" cy="48267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062" y="181519"/>
            <a:ext cx="6400801" cy="984501"/>
          </a:xfrm>
          <a:solidFill>
            <a:schemeClr val="bg1"/>
          </a:solidFill>
        </p:spPr>
        <p:txBody>
          <a:bodyPr/>
          <a:lstStyle/>
          <a:p>
            <a:r>
              <a:rPr dirty="0"/>
              <a:t>Development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19413</TotalTime>
  <Words>328</Words>
  <Application>Microsoft Macintosh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Narrow</vt:lpstr>
      <vt:lpstr>Arial</vt:lpstr>
      <vt:lpstr>Calibri</vt:lpstr>
      <vt:lpstr>Office Theme</vt:lpstr>
      <vt:lpstr> Wānaka Magic     Visitor Accommodation Application</vt:lpstr>
      <vt:lpstr>Industry Context</vt:lpstr>
      <vt:lpstr>PowerPoint Presentation</vt:lpstr>
      <vt:lpstr>Product Features</vt:lpstr>
      <vt:lpstr>User Stories</vt:lpstr>
      <vt:lpstr>Development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Neesh Ellis</cp:lastModifiedBy>
  <cp:revision>5</cp:revision>
  <dcterms:created xsi:type="dcterms:W3CDTF">2013-01-27T09:14:16Z</dcterms:created>
  <dcterms:modified xsi:type="dcterms:W3CDTF">2025-10-15T20:28:26Z</dcterms:modified>
  <cp:category/>
</cp:coreProperties>
</file>